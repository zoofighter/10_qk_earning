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4114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292608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338CA"/>
                </a:solidFill>
                <a:latin typeface="Arial"/>
              </a:defRPr>
            </a:pPr>
            <a:r>
              <a:t>EARNINGS DISCLOSURE &amp; ADVANCE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10_QK_EARNING</a:t>
            </a:r>
          </a:p>
          <a:p>
            <a:pPr>
              <a:spcAft>
                <a:spcPts val="1400"/>
              </a:spcAft>
              <a:defRPr sz="1800">
                <a:solidFill>
                  <a:srgbClr val="4F46E5"/>
                </a:solidFill>
                <a:latin typeface="Arial"/>
              </a:defRPr>
            </a:pPr>
            <a:r>
              <a:t>SEC 공시(10-K/Q) 원문 분석 &amp; 관세청 10일 주기 선행 실적 모니터링 플랫폼</a:t>
            </a:r>
          </a:p>
          <a:p>
            <a:pPr>
              <a:defRPr sz="1400" i="1">
                <a:solidFill>
                  <a:srgbClr val="334155"/>
                </a:solidFill>
                <a:latin typeface="Arial"/>
              </a:defRPr>
            </a:pPr>
            <a:r>
              <a:t>“ 공식 실적 발표를 30일 앞서 읽는 관세청 통관 잠정치와 SEC 공시 원문의 교차 지능 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제안 대상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경영진 / AI 투자전략 심의위원회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9377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제안 부서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Regulatory &amp; Valuation Analytics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9377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문서 버전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Proposal v1.5 |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338CA"/>
                </a:solidFill>
                <a:latin typeface="Arial"/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추진 배경 및 문제 정의 (Background &amp; Pain Points)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12E8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공식 실적의 극단적 후행성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기업 분기 실적 발표는 분기 종료 후 40~60일 뒤에야 공개되어, 선제적 투자 대응이 원천적으로 불가능.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12E81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SEC 공시 원문의 방대한 분량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10-K/10-Q 문서는 수백 페이지에 달하여 주요 리스크, 부문별 매출, MD&amp;A 변경점을 즉각 파악하기 어려움.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12E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선행 수출 지표와의 단절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관세청이 10일마다 발표하는 반도체 통관 수출액이 글로벌 빅테크 실적과 직결됨에도 통합 분석 시스템 부재.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선행 신호 포착 주기</a:t>
            </a:r>
          </a:p>
          <a:p>
            <a:pPr>
              <a:defRPr sz="1800" b="1">
                <a:solidFill>
                  <a:srgbClr val="4F46E5"/>
                </a:solidFill>
                <a:latin typeface="Arial"/>
              </a:defRPr>
            </a:pPr>
            <a:r>
              <a:t>매월 1/11/21일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1206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실적 발표 선행일</a:t>
            </a:r>
          </a:p>
          <a:p>
            <a:pPr>
              <a:defRPr sz="1800" b="1">
                <a:solidFill>
                  <a:srgbClr val="4F46E5"/>
                </a:solidFill>
                <a:latin typeface="Arial"/>
              </a:defRPr>
            </a:pPr>
            <a:r>
              <a:t>최대 40일 선행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1206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SEC 공시 수집 속도</a:t>
            </a:r>
          </a:p>
          <a:p>
            <a:pPr>
              <a:defRPr sz="1800" b="1">
                <a:solidFill>
                  <a:srgbClr val="4F46E5"/>
                </a:solidFill>
                <a:latin typeface="Arial"/>
              </a:defRPr>
            </a:pPr>
            <a:r>
              <a:t>실시간 EDGAR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28600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338CA"/>
                </a:solidFill>
                <a:latin typeface="Arial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제안 솔루션 및 아키텍처 (Architecture)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미국 SEC EDGAR 공시 수집 엔진과 한국 관세청 UNIPASS 10일 주기 통관 API를 결합하고, GPU 렌탈가 및 월가 컨센서스 리비전을 통합 제공하는 웹 대시보드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333756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12E81"/>
                </a:solidFill>
                <a:latin typeface="Arial"/>
              </a:defRPr>
            </a:pPr>
            <a:r>
              <a:t>STEP 01. SEC EDGAR 자동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10-K, 10-Q, 8-K 등 핵심 공시 원문 실시간 크롤링 및 섹션별(MD&amp;A, Risk Factors) 분할 파싱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46888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468880"/>
            <a:ext cx="333756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12E81"/>
                </a:solidFill>
                <a:latin typeface="Arial"/>
              </a:defRPr>
            </a:pPr>
            <a:r>
              <a:t>STEP 02. 관세청 10일 통관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메모리(DRAM, NAND), 시스템반도체 HS코드별 10일 잠정 수출액 및 YoY 증감률 자동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46888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2468880"/>
            <a:ext cx="333756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12E81"/>
                </a:solidFill>
                <a:latin typeface="Arial"/>
              </a:defRPr>
            </a:pPr>
            <a:r>
              <a:t>STEP 03. 교차 분석 &amp; 조기 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GPU 클라우드 렌탈가 추이 + 월가 컨센서스 변동 + 관세청 실적을 결합한 조기 실적 예측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CORE TECHNOLOGY STACK: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Flask, Python, BeautifulSoup4, SEC EDGAR API, UNIPASS API, Chart.js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338CA"/>
                </a:solidFill>
                <a:latin typeface="Arial"/>
              </a:defRPr>
            </a:pPr>
            <a:r>
              <a:t>KEY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핵심 기능 및 상세 모듈 (Key Features)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FEATURE 01 : SEC Filing Viewer &amp; Parser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NVDA, TSM, MSFT 등 주요 기업의 공시 목록 조회, 원문 캐싱 및 주요 재무 표 자동 추출.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64592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FEATURE 02 : 10-Day Customs Advance Tracker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매월 1일, 11일, 21일 발표되는 한국 관세청 통관 데이터를 시각화하여 반도체 업황 선행 진단.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9728" cy="21031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FEATURE 03 : GPU Rental Price &amp; Spot Monitor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H100/H200/B200 등 AI 가속기 클라우드 임대 가격 및 현물가 추이 모니터링 체계.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4114800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411480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2976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FEATURE 04 : Consensus Revision History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분기별 EPS 및 매출 예측치 리비전 히스토리와 어닝 서프라이즈/쇼크 상관관계 분석.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338CA"/>
                </a:solidFill>
                <a:latin typeface="Arial"/>
              </a:defRPr>
            </a:pPr>
            <a:r>
              <a:t>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기대 효과 및 추진 로드맵 (Impact &amp; Roadmap)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12E81"/>
                </a:solidFill>
                <a:latin typeface="Arial"/>
              </a:defRPr>
            </a:pPr>
            <a:r>
              <a:t>🎯 정량적 &amp; 정성적 기대 효과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초선행 실적 추정 우위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10일 주기 통관 데이터를 통해 공식 실적 발표 수주 전에 어닝 서프라이즈 여부를 선제 예측.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공시 분석 리드타임 80% 단축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수백 페이지의 SEC 보고서 중 핵심 변경 사항만 섹션 분할로 즉시 열람.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하방 리스크 사전 헷지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수출 둔화 및 GPU 렌탈가 하락 시그널 포착 시 즉각적인 포트폴리오 리밸런싱 지원.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🚀 단계별 추진 로드맵 (Milestones)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[2026.10] Phase 1: 선행 지표 연동 완료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관세청 HS코드 매핑 및 SEC 자동 크롤러 안정화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[2026.11] Phase 2: LLM 공시 요약 에이전트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MD&amp;A 전년 대비 주요 논조 변화 및 리스크 요인 AI 자동 추출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[2026.12] Phase 3: 모바일 실시간 알림</a:t>
            </a:r>
          </a:p>
          <a:p>
            <a:pPr>
              <a:spcAft>
                <a:spcPts val="12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   10일 통관 및 중요 8-K 수시 공시 발생 시 실시간 텔레그램 알림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